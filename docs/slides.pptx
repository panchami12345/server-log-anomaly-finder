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2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6CF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Server Log Anomaly Finder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C0FF"/>
                </a:solidFill>
              </a:rPr>
              <a:t>A mini SIEM built with regular expressions and DFAs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D9"/>
                </a:solidFill>
              </a:rPr>
              <a:t>Theory of Computation (BIS503)  |  Project 8  |  Team of 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</a:rPr>
              <a:t>The problem: finding attacks in log files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F3B"/>
                </a:solidFill>
              </a:rPr>
              <a:t>Servers write one log line per request - millions per day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F3B"/>
                </a:solidFill>
              </a:rPr>
              <a:t>Attacks hide in the noise: scanning, brute-force logins, odd-hour access, attack tools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F3B"/>
                </a:solidFill>
              </a:rPr>
              <a:t>Humans cannot read this volume - we need automated pattern matching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F3B"/>
                </a:solidFill>
              </a:rPr>
              <a:t>Goal: scan an Apache/Nginx log, flag 4 anomaly types, report line numbers + severity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</a:rPr>
              <a:t>Theory: regular expressions = DFAs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</a:rPr>
              <a:t>Every regular expression describes a regular language; every regular language has an equivalent DFA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</a:rPr>
              <a:t>A DFA reads input one character at a time, in a single pass, with no backtracking - O(n)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</a:rPr>
              <a:t>That is why SIEM engines can scan huge log volumes quickly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</a:rPr>
              <a:t>Our patterns: regex for each anomaly type, DFA diagrams + transition tables (see docs/dfa_design.md)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</a:rPr>
              <a:t>Architecture: Read &gt; Parse &gt; Detect &gt; Report</a:t>
            </a:r>
            <a:endParaRPr lang="en-US" sz="2800" dirty="0"/>
          </a:p>
        </p:txBody>
      </p:sp>
      <p:pic>
        <p:nvPicPr>
          <p:cNvPr id="3" name="Image 0" descr="/home/claude/server-log-anomaly-finder/doc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051560"/>
            <a:ext cx="7680960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</a:rPr>
              <a:t>Four anomaly detectors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E548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5484D"/>
                </a:solidFill>
              </a:rPr>
              <a:t>Directory scanning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</a:rPr>
              <a:t>Repeated 404s from one IP in seconds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384048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E589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80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5894A"/>
                </a:solidFill>
              </a:rPr>
              <a:t>Failed-login flood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28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</a:rPr>
              <a:t>Many 401/403 on login in a short window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84048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B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8B8B"/>
                </a:solidFill>
              </a:rPr>
              <a:t>Off-hours access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66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</a:rPr>
              <a:t>Requests outside 09:00-18:00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384048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8A5B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5BD6"/>
                </a:solidFill>
              </a:rPr>
              <a:t>Suspicious user-agent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566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</a:rPr>
              <a:t>sqlmap, nikto, empty or odd UA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</a:rPr>
              <a:t>Output: coloured report + JSON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310896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7498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[HIGH] ANOMALY DETECTED: Directory Scanning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IP:       192.168.1.5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Time:     03:21:00 - 03:21:02 (3 seconds)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Lines:    41, 42, 43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Details:  3 consecutive 404s on /admin paths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Severity: HIGH - possible reconnaissance attack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Also saved as reports/report.json for other tools to consume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</a:rPr>
              <a:t>Visualization: anomaly distribution</a:t>
            </a:r>
            <a:endParaRPr lang="en-US" sz="2800" dirty="0"/>
          </a:p>
        </p:txBody>
      </p:sp>
      <p:pic>
        <p:nvPicPr>
          <p:cNvPr id="3" name="Image 0" descr="/home/claude/server-log-anomaly-finder/docs/sample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005840"/>
            <a:ext cx="7315200" cy="304495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Sample data shown - generated by Matplotlib on every run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</a:rPr>
              <a:t>Mini SIEM vs Splunk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291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Our mini SIEM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Splunk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Data source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One static log file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Many sources, live forwarders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Parsing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Python regex per line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Field extraction at index/search time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Detection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4 fixed regex/DFA rules + thresholds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Searches (SPL), alerts, correlation, ML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Scale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~200 lines, one machine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Distributed indexers, huge volumes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</a:rPr>
                        <a:t>Output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Console report, JSON, PNG chart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Dashboards, alerts, reports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</a:rPr>
              <a:t>Scaling up &amp; conclusions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F3B"/>
                </a:solidFill>
              </a:rPr>
              <a:t>Same idea at scale: single-pass automata matching, parallelised across files and servers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F3B"/>
                </a:solidFill>
              </a:rPr>
              <a:t>Next steps: streaming input, more rules, IP reputation, alerting/email, dashboard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F3B"/>
                </a:solidFill>
              </a:rPr>
              <a:t>Theory in practice: regex and DFAs are the foundation of real security tooling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B1F3B"/>
                </a:solidFill>
              </a:rPr>
              <a:t>Result: working scanner, JSON report, chart, tests and documentation in GitHub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gFinder">
  <a:themeElements>
    <a:clrScheme name="LogFinder">
      <a:dk1>
        <a:srgbClr val="1B1F3B"/>
      </a:dk1>
      <a:lt1>
        <a:srgbClr val="FFFFFF"/>
      </a:lt1>
      <a:dk2>
        <a:srgbClr val="2E3A87"/>
      </a:dk2>
      <a:lt2>
        <a:srgbClr val="F2F4FB"/>
      </a:lt2>
      <a:accent1>
        <a:srgbClr val="5B6CFF"/>
      </a:accent1>
      <a:accent2>
        <a:srgbClr val="E5484D"/>
      </a:accent2>
      <a:accent3>
        <a:srgbClr val="E5894A"/>
      </a:accent3>
      <a:accent4>
        <a:srgbClr val="2E8B8B"/>
      </a:accent4>
      <a:accent5>
        <a:srgbClr val="8A5BD6"/>
      </a:accent5>
      <a:accent6>
        <a:srgbClr val="F5B942"/>
      </a:accent6>
      <a:hlink>
        <a:srgbClr val="5B6CFF"/>
      </a:hlink>
      <a:folHlink>
        <a:srgbClr val="8A5BD6"/>
      </a:folHlink>
    </a:clrScheme>
    <a:fontScheme name="LogFind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2026-10-16T03:56:19Z</dcterms:created>
  <dcterms:modified xsi:type="dcterms:W3CDTF">2026-10-16T03:56:19Z</dcterms:modified>
</cp:coreProperties>
</file>